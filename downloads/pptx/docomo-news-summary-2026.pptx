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274320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NTTドコモ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直近ニュースまとめ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2026年1月〜3月の主要トピック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2026年3月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F000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ドコモは減益下でも攻めの投資を継続し、衛星通信・AI・金融で新たな成長基盤を構築中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26年3月期は純利益15%減だが、5G基地局3倍増計画で巻き返しへ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衛星×スマホ直接通信を26年度初頭に開始、圏外ゼロを目指す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57200" cy="45720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AIエージェント商用化・ドコモSMTBネット銀行など新規事業を拡大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業績・経営動向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2026年3月期 業績概況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F000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増収減益 ── 攻めの投資で来期の大幅増益を見込む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F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▲15%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純利益（前年比）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6,120億円に下方修正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2890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FF0F3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8,830億円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2890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営業利益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2034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830億円の下方修正、1兆円を初めて割る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916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FF0F3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3倍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基地局建設計画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26年度は上期比3倍の建設ペースへ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89420" y="1645920"/>
            <a:ext cx="1805940" cy="2560320"/>
          </a:xfrm>
          <a:prstGeom prst="rect">
            <a:avLst>
              <a:gd name="adj" fmla="val 5063"/>
            </a:avLst>
          </a:prstGeom>
          <a:solidFill>
            <a:srgbClr val="FFF0F3"/>
          </a:solidFill>
          <a:ln/>
        </p:spPr>
      </p:sp>
      <p:sp>
        <p:nvSpPr>
          <p:cNvPr id="20" name="Text 18"/>
          <p:cNvSpPr/>
          <p:nvPr/>
        </p:nvSpPr>
        <p:spPr>
          <a:xfrm>
            <a:off x="6789420" y="1920240"/>
            <a:ext cx="18059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33.3%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89420" y="3017520"/>
            <a:ext cx="18059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携帯シェア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80860" y="3474720"/>
            <a:ext cx="16230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5G整備遅れで低迷、巻き返し急ぐ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NTTドコモ 2025年度第3四半期決算発表（2026年2月）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技術・サービス革新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衛星×スマホ直接通信サービス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F000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2026年度初頭に提供開始 ── 既存の4Gスマホで圏外エリアをカバー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TTドコモは衛星とスマートフォンの直接通信サービスを2026年度初頭に提供開始。専用アンテナ不要で既存の4G（LTE）端末をそのまま使用可能。山間部・離島・海上・災害時にテキストメッセージ送受信やデータ通信が利用できる。SpaceXのスターリンク衛星網を活用し、面積カバー率6割から圏外ゼロを目指す。個人・法人ともに利用可能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NTTドコモ報道発表（2026年2月9日）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AI・5G技術の最前線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F000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世界初の技術実証が相次ぐ ── AI×5Gで通信インフラを革新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57200" cy="54864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463040"/>
            <a:ext cx="7406640" cy="548640"/>
          </a:xfrm>
          <a:prstGeom prst="rect">
            <a:avLst>
              <a:gd name="adj" fmla="val 8333"/>
            </a:avLst>
          </a:prstGeom>
          <a:solidFill>
            <a:srgbClr val="FFF0F3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AIエージェント商用化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463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世界最大級規模のデータを用いたネットワーク保守業務向けAIエージェントシステムの商用運用を開始（2月25日）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457200" cy="54864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2148840"/>
            <a:ext cx="7406640" cy="548640"/>
          </a:xfrm>
          <a:prstGeom prst="rect">
            <a:avLst>
              <a:gd name="adj" fmla="val 8333"/>
            </a:avLst>
          </a:prstGeom>
          <a:solidFill>
            <a:srgbClr val="FFF0F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AWS上5Gコア商用展開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国内初のAWS上5Gコア商用サービスと、世界初のAIによるコアネットワーク自動構築に成功（3月2日）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457200" cy="54864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88720" y="2834640"/>
            <a:ext cx="7406640" cy="548640"/>
          </a:xfrm>
          <a:prstGeom prst="rect">
            <a:avLst>
              <a:gd name="adj" fmla="val 8333"/>
            </a:avLst>
          </a:prstGeom>
          <a:solidFill>
            <a:srgbClr val="FFF0F3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5Gロボット遠隔操作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2834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商用5Gの低遅延スライシングで触覚フィードバック付きロボットの無線遠隔操作に世界初成功（2月25日）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457200" cy="548640"/>
          </a:xfrm>
          <a:prstGeom prst="rect">
            <a:avLst>
              <a:gd name="adj" fmla="val 10000"/>
            </a:avLst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5204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88720" y="3520440"/>
            <a:ext cx="7406640" cy="548640"/>
          </a:xfrm>
          <a:prstGeom prst="rect">
            <a:avLst>
              <a:gd name="adj" fmla="val 8333"/>
            </a:avLst>
          </a:prstGeom>
          <a:solidFill>
            <a:srgbClr val="FFF0F3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IOWN APN省電力オフィス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3520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IOWN APNでICT機器をオフィス外に集約、省電力化と快適な働き方を両立する新オフィスモデルを検証（3月4日）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NTTドコモ報道発表資料（2026年2月〜3月）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82880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新規事業・グループ戦略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新規事業とグループ再編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8046720" cy="457200"/>
          </a:xfrm>
          <a:prstGeom prst="rect">
            <a:avLst>
              <a:gd name="adj" fmla="val 10000"/>
            </a:avLst>
          </a:prstGeom>
          <a:solidFill>
            <a:srgbClr val="F0003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金融事業の本格参入とグループ体制の再構築を同時推進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FF0F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F000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金融・サービス拡大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・ドコモSMTBネット銀行を2026年8月に始動（三井住友信託銀行と合弁）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・爆アゲセレクションにApple Oneを追加、最大10%ポイント還元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・dカード GOLD Uゆうちょ銀行デザインの取扱開始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・Galaxy S26シリーズ（S26/S26+/S26 Ultra）を発売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840480" cy="2926080"/>
          </a:xfrm>
          <a:prstGeom prst="rect">
            <a:avLst>
              <a:gd name="adj" fmla="val 3125"/>
            </a:avLst>
          </a:prstGeom>
          <a:solidFill>
            <a:srgbClr val="FFF0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3840480" cy="457200"/>
          </a:xfrm>
          <a:prstGeom prst="rect">
            <a:avLst>
              <a:gd name="adj" fmla="val 20000"/>
            </a:avLst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グループ再編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・NTTコノキューの事業移管・清算を決定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・NTTコミュニケーションズ → NTTドコモビジネスに社名変更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・NTTコム オンライン → NTTドコモビジネスXに社名変更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・新CIにダイナミックループ（ドコモレッド）を採用（7月〜）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出所: NTTドコモ報道発表資料（2026年1月〜3月）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000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ect">
            <a:avLst>
              <a:gd name="adj" fmla="val 10000"/>
            </a:avLst>
          </a:prstGeom>
          <a:solidFill>
            <a:srgbClr val="F000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短期的な減益を乗り越え、衛星通信・AI・金融の3本柱で次の成長ステージへ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" cy="365760"/>
          </a:xfrm>
          <a:prstGeom prst="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5G基地局3倍増で通信品質を改善し、シェア回復を目指す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65760" cy="365760"/>
          </a:xfrm>
          <a:prstGeom prst="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衛星直接通信で「圏外ゼロ」の通信インフラを構築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365760" cy="365760"/>
          </a:xfrm>
          <a:prstGeom prst="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AIエージェント・IOWN技術でネットワーク運用を革新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65760" cy="365760"/>
          </a:xfrm>
          <a:prstGeom prst="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ドコモSMTBネット銀行で金融事業に本格参入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365760" cy="365760"/>
          </a:xfrm>
          <a:prstGeom prst="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00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9377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グループ再編で「ドコモ」ブランドへの統合を加速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NTTドコモ 直近ニュースまとめ 2026年</dc:title>
  <dc:subject>PptxGenJS Presentation</dc:subject>
  <dc:creator>NTTドコモ ニュースチーム</dc:creator>
  <cp:lastModifiedBy>NTTドコモ ニュースチーム</cp:lastModifiedBy>
  <cp:revision>1</cp:revision>
  <dcterms:created xsi:type="dcterms:W3CDTF">2026-03-07T00:02:03Z</dcterms:created>
  <dcterms:modified xsi:type="dcterms:W3CDTF">2026-03-07T00:02:03Z</dcterms:modified>
</cp:coreProperties>
</file>