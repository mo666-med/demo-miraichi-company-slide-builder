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Kernel Biz Slide Production Smoke Test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Actions / Discord / Gmail end-to-end verification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Codex</a:t>
            </a:r>
            <a:endParaRPr lang="en-US" sz="1600" dirty="0"/>
          </a:p>
        </p:txBody>
      </p:sp>
      <p:pic>
        <p:nvPicPr>
          <p:cNvPr id="7" name="Image 0" descr="/Users/masayuki/repos/company-slide-builder/assets/logo-dark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通知パイプラインの本番動作を実ファイルで確認する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 template.js を使って実PPTXを生成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downloads/pptx への push で workflow を発火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Discord と Gmail 送信ステップの完走を確認</a:t>
            </a:r>
            <a:endParaRPr lang="en-US" sz="1600" dirty="0"/>
          </a:p>
        </p:txBody>
      </p:sp>
      <p:pic>
        <p:nvPicPr>
          <p:cNvPr id="15" name="Image 0" descr="/Users/masayuki/repos/company-slide-builder/assets/logo-whit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deck は本番 smoke test 専用の添付ファイル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失敗時は workflow logs を確認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成功時は Discord / Gmail へ到達する想定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添付名で追跡できるよう timestamp を固定</a:t>
            </a:r>
            <a:endParaRPr lang="en-US" sz="1600" dirty="0"/>
          </a:p>
        </p:txBody>
      </p:sp>
      <p:pic>
        <p:nvPicPr>
          <p:cNvPr id="16" name="Image 0" descr="/Users/masayuki/repos/company-slide-builder/assets/logo-whit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Cursorvers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Biz Slide Production Smoke Test 2026-03-07 23:25:12 JST</dc:title>
  <dc:subject>Kernel/Codex production notification smoke test</dc:subject>
  <dc:creator>Codex Production Smoke Test</dc:creator>
  <cp:lastModifiedBy>Codex Production Smoke Test</cp:lastModifiedBy>
  <cp:revision>1</cp:revision>
  <dcterms:created xsi:type="dcterms:W3CDTF">2026-03-07T14:25:33Z</dcterms:created>
  <dcterms:modified xsi:type="dcterms:W3CDTF">2026-03-07T14:25:33Z</dcterms:modified>
</cp:coreProperties>
</file>